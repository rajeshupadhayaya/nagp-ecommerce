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9" r:id="rId5"/>
    <p:sldId id="260" r:id="rId6"/>
    <p:sldId id="261" r:id="rId7"/>
    <p:sldId id="258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940C3B-0AA9-4F01-8DAE-77354AFDD2B1}" v="18" dt="2026-04-08T13:49:19.6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esh Upadhayaya" userId="8008ea6d-80d1-4660-bf11-c7c912350404" providerId="ADAL" clId="{0031C533-4598-4A8F-AB79-1CFA9817D3FE}"/>
    <pc:docChg chg="undo custSel modSld">
      <pc:chgData name="Rajesh Upadhayaya" userId="8008ea6d-80d1-4660-bf11-c7c912350404" providerId="ADAL" clId="{0031C533-4598-4A8F-AB79-1CFA9817D3FE}" dt="2026-04-08T13:51:36.752" v="123" actId="313"/>
      <pc:docMkLst>
        <pc:docMk/>
      </pc:docMkLst>
      <pc:sldChg chg="addSp modSp mod setBg addAnim">
        <pc:chgData name="Rajesh Upadhayaya" userId="8008ea6d-80d1-4660-bf11-c7c912350404" providerId="ADAL" clId="{0031C533-4598-4A8F-AB79-1CFA9817D3FE}" dt="2026-04-08T13:39:29.784" v="4"/>
        <pc:sldMkLst>
          <pc:docMk/>
          <pc:sldMk cId="94899443" sldId="256"/>
        </pc:sldMkLst>
        <pc:spChg chg="mod">
          <ac:chgData name="Rajesh Upadhayaya" userId="8008ea6d-80d1-4660-bf11-c7c912350404" providerId="ADAL" clId="{0031C533-4598-4A8F-AB79-1CFA9817D3FE}" dt="2026-04-08T13:39:29.784" v="2" actId="26606"/>
          <ac:spMkLst>
            <pc:docMk/>
            <pc:sldMk cId="94899443" sldId="256"/>
            <ac:spMk id="2" creationId="{BF95AA85-1CDF-7924-122E-6617B9596FE0}"/>
          </ac:spMkLst>
        </pc:spChg>
        <pc:spChg chg="add">
          <ac:chgData name="Rajesh Upadhayaya" userId="8008ea6d-80d1-4660-bf11-c7c912350404" providerId="ADAL" clId="{0031C533-4598-4A8F-AB79-1CFA9817D3FE}" dt="2026-04-08T13:39:29.784" v="2" actId="26606"/>
          <ac:spMkLst>
            <pc:docMk/>
            <pc:sldMk cId="94899443" sldId="256"/>
            <ac:spMk id="9" creationId="{A8384FB5-9ADC-4DDC-881B-597D56F5B15D}"/>
          </ac:spMkLst>
        </pc:spChg>
        <pc:spChg chg="add">
          <ac:chgData name="Rajesh Upadhayaya" userId="8008ea6d-80d1-4660-bf11-c7c912350404" providerId="ADAL" clId="{0031C533-4598-4A8F-AB79-1CFA9817D3FE}" dt="2026-04-08T13:39:29.784" v="2" actId="26606"/>
          <ac:spMkLst>
            <pc:docMk/>
            <pc:sldMk cId="94899443" sldId="256"/>
            <ac:spMk id="11" creationId="{91E5A9A7-95C6-4F4F-B00E-C82E07FE62EF}"/>
          </ac:spMkLst>
        </pc:spChg>
        <pc:spChg chg="add">
          <ac:chgData name="Rajesh Upadhayaya" userId="8008ea6d-80d1-4660-bf11-c7c912350404" providerId="ADAL" clId="{0031C533-4598-4A8F-AB79-1CFA9817D3FE}" dt="2026-04-08T13:39:29.784" v="2" actId="26606"/>
          <ac:spMkLst>
            <pc:docMk/>
            <pc:sldMk cId="94899443" sldId="256"/>
            <ac:spMk id="13" creationId="{D07DD2DE-F619-49DD-B5E7-03A290FF4ED1}"/>
          </ac:spMkLst>
        </pc:spChg>
        <pc:spChg chg="add">
          <ac:chgData name="Rajesh Upadhayaya" userId="8008ea6d-80d1-4660-bf11-c7c912350404" providerId="ADAL" clId="{0031C533-4598-4A8F-AB79-1CFA9817D3FE}" dt="2026-04-08T13:39:29.784" v="2" actId="26606"/>
          <ac:spMkLst>
            <pc:docMk/>
            <pc:sldMk cId="94899443" sldId="256"/>
            <ac:spMk id="15" creationId="{85149191-5F60-4A28-AAFF-039F96B0F3EC}"/>
          </ac:spMkLst>
        </pc:spChg>
        <pc:spChg chg="add">
          <ac:chgData name="Rajesh Upadhayaya" userId="8008ea6d-80d1-4660-bf11-c7c912350404" providerId="ADAL" clId="{0031C533-4598-4A8F-AB79-1CFA9817D3FE}" dt="2026-04-08T13:39:29.784" v="2" actId="26606"/>
          <ac:spMkLst>
            <pc:docMk/>
            <pc:sldMk cId="94899443" sldId="256"/>
            <ac:spMk id="17" creationId="{F8260ED5-17F7-4158-B241-D51DD4CF1B7E}"/>
          </ac:spMkLst>
        </pc:spChg>
        <pc:picChg chg="add">
          <ac:chgData name="Rajesh Upadhayaya" userId="8008ea6d-80d1-4660-bf11-c7c912350404" providerId="ADAL" clId="{0031C533-4598-4A8F-AB79-1CFA9817D3FE}" dt="2026-04-08T13:39:29.784" v="2" actId="26606"/>
          <ac:picMkLst>
            <pc:docMk/>
            <pc:sldMk cId="94899443" sldId="256"/>
            <ac:picMk id="6" creationId="{12AFD683-C8EE-7FB9-D959-CBD9C1E6E94C}"/>
          </ac:picMkLst>
        </pc:picChg>
      </pc:sldChg>
      <pc:sldChg chg="addSp modSp mod setBg">
        <pc:chgData name="Rajesh Upadhayaya" userId="8008ea6d-80d1-4660-bf11-c7c912350404" providerId="ADAL" clId="{0031C533-4598-4A8F-AB79-1CFA9817D3FE}" dt="2026-04-08T13:51:02.523" v="122" actId="20577"/>
        <pc:sldMkLst>
          <pc:docMk/>
          <pc:sldMk cId="825669706" sldId="257"/>
        </pc:sldMkLst>
        <pc:spChg chg="mod">
          <ac:chgData name="Rajesh Upadhayaya" userId="8008ea6d-80d1-4660-bf11-c7c912350404" providerId="ADAL" clId="{0031C533-4598-4A8F-AB79-1CFA9817D3FE}" dt="2026-04-08T13:49:42.394" v="77" actId="20577"/>
          <ac:spMkLst>
            <pc:docMk/>
            <pc:sldMk cId="825669706" sldId="257"/>
            <ac:spMk id="2" creationId="{F94B7596-0DFC-BF60-44F1-BCCE5C9510A2}"/>
          </ac:spMkLst>
        </pc:spChg>
        <pc:spChg chg="mod">
          <ac:chgData name="Rajesh Upadhayaya" userId="8008ea6d-80d1-4660-bf11-c7c912350404" providerId="ADAL" clId="{0031C533-4598-4A8F-AB79-1CFA9817D3FE}" dt="2026-04-08T13:51:02.523" v="122" actId="20577"/>
          <ac:spMkLst>
            <pc:docMk/>
            <pc:sldMk cId="825669706" sldId="257"/>
            <ac:spMk id="3" creationId="{C3F1A087-B4F8-A026-E6D3-EBA8432C3B91}"/>
          </ac:spMkLst>
        </pc:spChg>
        <pc:spChg chg="add">
          <ac:chgData name="Rajesh Upadhayaya" userId="8008ea6d-80d1-4660-bf11-c7c912350404" providerId="ADAL" clId="{0031C533-4598-4A8F-AB79-1CFA9817D3FE}" dt="2026-04-08T13:39:37.503" v="5" actId="26606"/>
          <ac:spMkLst>
            <pc:docMk/>
            <pc:sldMk cId="825669706" sldId="257"/>
            <ac:spMk id="8" creationId="{DEE2AD96-B495-4E06-9291-B71706F728CB}"/>
          </ac:spMkLst>
        </pc:spChg>
        <pc:spChg chg="add">
          <ac:chgData name="Rajesh Upadhayaya" userId="8008ea6d-80d1-4660-bf11-c7c912350404" providerId="ADAL" clId="{0031C533-4598-4A8F-AB79-1CFA9817D3FE}" dt="2026-04-08T13:39:37.503" v="5" actId="26606"/>
          <ac:spMkLst>
            <pc:docMk/>
            <pc:sldMk cId="825669706" sldId="257"/>
            <ac:spMk id="10" creationId="{53CF6D67-C5A8-4ADD-9E8E-1E38CA1D3166}"/>
          </ac:spMkLst>
        </pc:spChg>
        <pc:spChg chg="add">
          <ac:chgData name="Rajesh Upadhayaya" userId="8008ea6d-80d1-4660-bf11-c7c912350404" providerId="ADAL" clId="{0031C533-4598-4A8F-AB79-1CFA9817D3FE}" dt="2026-04-08T13:39:37.503" v="5" actId="26606"/>
          <ac:spMkLst>
            <pc:docMk/>
            <pc:sldMk cId="825669706" sldId="257"/>
            <ac:spMk id="12" creationId="{86909FA0-B515-4681-B7A8-FA281D133B94}"/>
          </ac:spMkLst>
        </pc:spChg>
        <pc:spChg chg="add">
          <ac:chgData name="Rajesh Upadhayaya" userId="8008ea6d-80d1-4660-bf11-c7c912350404" providerId="ADAL" clId="{0031C533-4598-4A8F-AB79-1CFA9817D3FE}" dt="2026-04-08T13:39:37.503" v="5" actId="26606"/>
          <ac:spMkLst>
            <pc:docMk/>
            <pc:sldMk cId="825669706" sldId="257"/>
            <ac:spMk id="14" creationId="{21C9FE86-FCC3-4A31-AA1C-C882262B7FE7}"/>
          </ac:spMkLst>
        </pc:spChg>
        <pc:spChg chg="add">
          <ac:chgData name="Rajesh Upadhayaya" userId="8008ea6d-80d1-4660-bf11-c7c912350404" providerId="ADAL" clId="{0031C533-4598-4A8F-AB79-1CFA9817D3FE}" dt="2026-04-08T13:39:37.503" v="5" actId="26606"/>
          <ac:spMkLst>
            <pc:docMk/>
            <pc:sldMk cId="825669706" sldId="257"/>
            <ac:spMk id="16" creationId="{7D96243B-ECED-4B71-8E06-AE9A285EAD20}"/>
          </ac:spMkLst>
        </pc:spChg>
        <pc:spChg chg="add">
          <ac:chgData name="Rajesh Upadhayaya" userId="8008ea6d-80d1-4660-bf11-c7c912350404" providerId="ADAL" clId="{0031C533-4598-4A8F-AB79-1CFA9817D3FE}" dt="2026-04-08T13:39:37.503" v="5" actId="26606"/>
          <ac:spMkLst>
            <pc:docMk/>
            <pc:sldMk cId="825669706" sldId="257"/>
            <ac:spMk id="18" creationId="{A09989E4-EFDC-4A90-A633-E0525FB4139E}"/>
          </ac:spMkLst>
        </pc:spChg>
      </pc:sldChg>
      <pc:sldChg chg="addSp modSp mod setBg">
        <pc:chgData name="Rajesh Upadhayaya" userId="8008ea6d-80d1-4660-bf11-c7c912350404" providerId="ADAL" clId="{0031C533-4598-4A8F-AB79-1CFA9817D3FE}" dt="2026-04-08T13:51:36.752" v="123" actId="313"/>
        <pc:sldMkLst>
          <pc:docMk/>
          <pc:sldMk cId="273451596" sldId="262"/>
        </pc:sldMkLst>
        <pc:spChg chg="mod">
          <ac:chgData name="Rajesh Upadhayaya" userId="8008ea6d-80d1-4660-bf11-c7c912350404" providerId="ADAL" clId="{0031C533-4598-4A8F-AB79-1CFA9817D3FE}" dt="2026-04-08T13:51:36.752" v="123" actId="313"/>
          <ac:spMkLst>
            <pc:docMk/>
            <pc:sldMk cId="273451596" sldId="262"/>
            <ac:spMk id="2" creationId="{DE1788A0-38B0-4198-3242-1698F7AFA761}"/>
          </ac:spMkLst>
        </pc:spChg>
        <pc:spChg chg="mod">
          <ac:chgData name="Rajesh Upadhayaya" userId="8008ea6d-80d1-4660-bf11-c7c912350404" providerId="ADAL" clId="{0031C533-4598-4A8F-AB79-1CFA9817D3FE}" dt="2026-04-08T13:50:25.899" v="116" actId="14100"/>
          <ac:spMkLst>
            <pc:docMk/>
            <pc:sldMk cId="273451596" sldId="262"/>
            <ac:spMk id="3" creationId="{B34B3BD6-8DA9-32F0-BBE1-77E371965DAD}"/>
          </ac:spMkLst>
        </pc:spChg>
        <pc:spChg chg="add mod">
          <ac:chgData name="Rajesh Upadhayaya" userId="8008ea6d-80d1-4660-bf11-c7c912350404" providerId="ADAL" clId="{0031C533-4598-4A8F-AB79-1CFA9817D3FE}" dt="2026-04-08T13:39:41.641" v="6" actId="26606"/>
          <ac:spMkLst>
            <pc:docMk/>
            <pc:sldMk cId="273451596" sldId="262"/>
            <ac:spMk id="5" creationId="{35936D7E-24C6-2FAF-3C34-589BAC753C1B}"/>
          </ac:spMkLst>
        </pc:spChg>
        <pc:spChg chg="add">
          <ac:chgData name="Rajesh Upadhayaya" userId="8008ea6d-80d1-4660-bf11-c7c912350404" providerId="ADAL" clId="{0031C533-4598-4A8F-AB79-1CFA9817D3FE}" dt="2026-04-08T13:39:41.641" v="6" actId="26606"/>
          <ac:spMkLst>
            <pc:docMk/>
            <pc:sldMk cId="273451596" sldId="262"/>
            <ac:spMk id="10" creationId="{4C608BEB-860E-4094-8511-78603564A75E}"/>
          </ac:spMkLst>
        </pc:spChg>
        <pc:cxnChg chg="add">
          <ac:chgData name="Rajesh Upadhayaya" userId="8008ea6d-80d1-4660-bf11-c7c912350404" providerId="ADAL" clId="{0031C533-4598-4A8F-AB79-1CFA9817D3FE}" dt="2026-04-08T13:39:41.641" v="6" actId="26606"/>
          <ac:cxnSpMkLst>
            <pc:docMk/>
            <pc:sldMk cId="273451596" sldId="262"/>
            <ac:cxnSpMk id="12" creationId="{1F16A8D4-FE87-4604-88B2-394B5D1EB43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99F1-D0B0-CDD1-341F-5B4E89932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D5D96-0C97-B88B-31E7-6EEA880174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25DDC-CD21-80DB-334C-D26E2054D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C0AE2-29F9-4515-B355-B9E4D6026ED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8F233-D843-E37F-84B9-D6F240DC1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DFCA5-0860-DF9C-B2A0-62F5FC0A8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35D3-3D80-43D3-ABF3-B212B9D92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23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C4C16-2A39-02FA-7D2C-95E0756FA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D3B6E-6D4F-0B6F-2C78-942631D4C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8F13F-F05D-A29D-804B-877C7B73E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C0AE2-29F9-4515-B355-B9E4D6026ED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756A0-9F9E-B5A4-3C78-FC5254865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1E744-4B8A-194A-C981-9402CA667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35D3-3D80-43D3-ABF3-B212B9D92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07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7AAB-853D-BC55-555C-585418CC8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5BB06-0E91-9599-D5F1-F952B4B91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7FE85-7C70-B394-4AFC-58CF39211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C0AE2-29F9-4515-B355-B9E4D6026ED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E238D-651B-6F84-38E5-0D28777D4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6DDBC-BA03-0EF2-73D0-F4C58ADDD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35D3-3D80-43D3-ABF3-B212B9D92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941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83A9B-E0F7-75F6-8E00-6C770D7B2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5BE60-0044-977E-319E-1DE7981E2D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D9B8D8-902D-9F9E-F5F0-CDFA9A842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21221-7DCC-2CFE-49BC-F0D9B91C4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C0AE2-29F9-4515-B355-B9E4D6026ED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59F0DD-614A-1CFF-07D0-DB328CD2F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B5526-A22E-4175-79A6-FD31FA7FA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35D3-3D80-43D3-ABF3-B212B9D92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131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51A33-327B-B30F-667C-E62A6D4D2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ED95F-74BD-394B-6ADB-33A5474FF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311DF3-238E-E1CC-0EB7-7FAE73BED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E0033A-A8B0-4DBD-F1AA-775677834E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7F166-F6BB-271C-318F-1FA9EE4334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B98132-1A48-2DC4-7819-6507E1EF1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C0AE2-29F9-4515-B355-B9E4D6026ED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AA415E-D3E9-F254-F98B-89920529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D03AFA-922A-6725-F0D9-E2F819041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35D3-3D80-43D3-ABF3-B212B9D92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733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D6BAB-E0EA-3DF0-B628-F2509261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EE6527-E3BD-5982-CBDD-CE4B1CBC6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C0AE2-29F9-4515-B355-B9E4D6026ED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630707-82DA-C5A5-9E7F-2C6FDECFF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4A3BC8-6F82-73A4-3CA6-EDBF8BBF7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35D3-3D80-43D3-ABF3-B212B9D92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665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336A89-FDF1-8B4D-C509-80E22A7F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C0AE2-29F9-4515-B355-B9E4D6026ED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EE9268-A3CD-DC3E-1E97-DECDA26D4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E50E9-F568-A286-F6B0-41DE87099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35D3-3D80-43D3-ABF3-B212B9D92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834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7886A-45F3-E9FC-D24D-886F9C390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D54A1-6385-CB20-5469-FE1782E78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DBE335-A3AF-B151-1B86-835D2B81E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7F5EC-14ED-D1DC-A7AB-FABFCE51E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C0AE2-29F9-4515-B355-B9E4D6026ED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F5C34-975E-1A8B-B059-5FE439FAA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8E65C-AD2E-F01B-2481-88757B9DD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35D3-3D80-43D3-ABF3-B212B9D92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357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E36E5-9452-36DF-F5AF-E8C9DA6B8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6E535A-EF88-45CF-DC19-F89BFE273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968F2-235B-F39B-9F13-25B1463D0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AED50-DC81-CF92-291E-A73409567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C0AE2-29F9-4515-B355-B9E4D6026ED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27D5E-AFB0-AF57-C0BC-8379CB26B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46506A-994A-2FBC-1AE7-5F8002CE9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35D3-3D80-43D3-ABF3-B212B9D92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954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2E7E7-52E3-0F4C-EE99-9FA974573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D040BE-F5FF-EA7A-09B2-B82B4CBAC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E0258-1220-8F3D-721F-A516E6838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C0AE2-29F9-4515-B355-B9E4D6026ED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DAE09-60B9-6BE5-25D6-E8A7166DC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AB160-05A4-4D73-58F0-100EAFA94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35D3-3D80-43D3-ABF3-B212B9D92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173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C471AF-8351-B85D-34F3-8F81FE1E2F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080FBE-F4A9-30FF-DF8C-E418EFED7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1E28F-FC9B-934F-3464-F5E739984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C0AE2-29F9-4515-B355-B9E4D6026ED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39DE7-0052-5B6F-FAE2-F02E2FC03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BD251-DCD5-3075-1DCB-75A6D3CE2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35D3-3D80-43D3-ABF3-B212B9D92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380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C9F821-B111-0E33-2473-326ABABE4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F6600-AD71-52A3-D3F4-E12774B03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7160B-D6F6-D86E-C8A2-14B50908D8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6C0AE2-29F9-4515-B355-B9E4D6026ED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9C2DA-19B5-A007-3686-D4FC2BA6C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6DB0D-2430-E5D4-397A-750F483CE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9B35D3-3D80-43D3-ABF3-B212B9D92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737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nagarro-my.sharepoint.com/:w:/r/personal/rajesh_upadhayaya_nagarro_com/Documents/Documents/NAGP/assignment/ecommerce/DAR%20-%20NAGP.docx?d=w547e40808ca849d6a50078979071397d&amp;csf=1&amp;web=1&amp;e=moQ4mk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95AA85-1CDF-7924-122E-6617B9596F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041" y="2767106"/>
            <a:ext cx="2880828" cy="3071906"/>
          </a:xfrm>
        </p:spPr>
        <p:txBody>
          <a:bodyPr anchor="t">
            <a:normAutofit/>
          </a:bodyPr>
          <a:lstStyle/>
          <a:p>
            <a:pPr algn="l"/>
            <a:r>
              <a:rPr lang="en-IN" sz="4000">
                <a:solidFill>
                  <a:srgbClr val="FFFFFF"/>
                </a:solidFill>
              </a:rPr>
              <a:t>Ecommerce Demo</a:t>
            </a:r>
          </a:p>
        </p:txBody>
      </p:sp>
      <p:pic>
        <p:nvPicPr>
          <p:cNvPr id="6" name="Graphic 5" descr="Laptop">
            <a:extLst>
              <a:ext uri="{FF2B5EF4-FFF2-40B4-BE49-F238E27FC236}">
                <a16:creationId xmlns:a16="http://schemas.microsoft.com/office/drawing/2014/main" id="{12AFD683-C8EE-7FB9-D959-CBD9C1E6E9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53510" y="467208"/>
            <a:ext cx="5923584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99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4B7596-0DFC-BF60-44F1-BCCE5C951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Functional requirement</a:t>
            </a:r>
            <a:endParaRPr lang="en-IN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1A087-B4F8-A026-E6D3-EBA8432C3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lvl="0">
              <a:buFont typeface="Wingdings" panose="05000000000000000000" pitchFamily="2" charset="2"/>
              <a:buChar char="q"/>
            </a:pPr>
            <a:r>
              <a:rPr lang="en-US" sz="2000" b="1" dirty="0"/>
              <a:t>Login</a:t>
            </a:r>
            <a:endParaRPr lang="en-US" sz="2000" dirty="0"/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2000" b="1" dirty="0"/>
              <a:t>Registration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2000" b="1" dirty="0"/>
              <a:t>Administrator Site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2000" b="1" dirty="0"/>
              <a:t>Search or choose products</a:t>
            </a:r>
            <a:endParaRPr lang="en-IN" sz="2000" dirty="0"/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2000" b="1" dirty="0"/>
              <a:t>Product Catalog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2000" b="1" dirty="0"/>
              <a:t>Sales</a:t>
            </a:r>
            <a:endParaRPr lang="en-IN" sz="2000" dirty="0"/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2000" b="1" dirty="0"/>
              <a:t>Stock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2000" b="1" dirty="0"/>
              <a:t>Price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2000" b="1" dirty="0"/>
              <a:t>Apply filter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2000" b="1" dirty="0"/>
              <a:t>Add to cart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2000" b="1" dirty="0"/>
              <a:t>Payment</a:t>
            </a:r>
            <a:endParaRPr lang="en-IN" sz="2000" dirty="0"/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2000" b="1" dirty="0"/>
              <a:t>Order Confirmation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25669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F749BB-FF22-9CC1-994C-03112C269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1788A0-38B0-4198-3242-1698F7AFA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B3BD6-8DA9-32F0-BBE1-77E371965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879894"/>
            <a:ext cx="3555447" cy="5753819"/>
          </a:xfr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lvl="0">
              <a:buFont typeface="Wingdings" panose="05000000000000000000" pitchFamily="2" charset="2"/>
              <a:buChar char="q"/>
            </a:pPr>
            <a:r>
              <a:rPr lang="en-US" sz="2000" b="1" dirty="0"/>
              <a:t>Security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Authentication &amp; Authorization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Data Encryption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Input Validation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Dependency Scanning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Secure by Default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endParaRPr lang="en-US" sz="1600" b="1" dirty="0"/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2000" b="1" dirty="0"/>
              <a:t>Disaster Recovery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Data Backup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Recovery Point Objective (RPO)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Recovery Time Objective (RTO)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Regular Testing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endParaRPr lang="en-US" sz="1600" b="1" dirty="0"/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2000" b="1" dirty="0"/>
              <a:t>High Availability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Uptime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Redundancy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Load Balancing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Health Checks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endParaRPr lang="en-US" sz="1600" b="1" dirty="0"/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2000" b="1" dirty="0"/>
              <a:t>Performance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Page Load Time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API Response Time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Scalability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Concurrency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Caching</a:t>
            </a:r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5936D7E-24C6-2FAF-3C34-589BAC753C1B}"/>
              </a:ext>
            </a:extLst>
          </p:cNvPr>
          <p:cNvSpPr txBox="1"/>
          <p:nvPr/>
        </p:nvSpPr>
        <p:spPr>
          <a:xfrm>
            <a:off x="8451604" y="1412489"/>
            <a:ext cx="3197701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hlinkClick r:id="rId2"/>
              </a:rPr>
              <a:t>DAR - NAGP.docx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3451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2259D-1E11-1FE3-249E-E925DBA42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501AF7-1A95-92E0-DD5B-186F4F1CB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775" y="1376414"/>
            <a:ext cx="7677401" cy="387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318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C3064E-64A5-8B0F-A07C-F2C52B2EE6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830" y="457200"/>
            <a:ext cx="1121433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05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366185-B736-A61E-2CAB-43405F2A5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A69574D-7815-9AB0-147D-29197E9CDD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830" y="457200"/>
            <a:ext cx="1121433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916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A851AB-BED3-5BFD-D7B3-D165B75A8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DB Design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3FDF93-E341-78E3-17D5-C60587436F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1" r="-1" b="-1"/>
          <a:stretch>
            <a:fillRect/>
          </a:stretch>
        </p:blipFill>
        <p:spPr>
          <a:xfrm>
            <a:off x="4102035" y="259881"/>
            <a:ext cx="7861979" cy="620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635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5A876-943D-2363-8A0D-5A71266D8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3A781-5C3B-915B-AD20-2D22C7E4E2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951028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87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Wingdings</vt:lpstr>
      <vt:lpstr>Office Theme</vt:lpstr>
      <vt:lpstr>Ecommerce Demo</vt:lpstr>
      <vt:lpstr>Functional requirement</vt:lpstr>
      <vt:lpstr>Non-Functional requirements</vt:lpstr>
      <vt:lpstr>System Architecture</vt:lpstr>
      <vt:lpstr>PowerPoint Presentation</vt:lpstr>
      <vt:lpstr>PowerPoint Presentation</vt:lpstr>
      <vt:lpstr>DB Design Diagram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Upadhayaya</dc:creator>
  <cp:lastModifiedBy>Rajesh Upadhayaya</cp:lastModifiedBy>
  <cp:revision>1</cp:revision>
  <dcterms:created xsi:type="dcterms:W3CDTF">2026-04-08T13:17:15Z</dcterms:created>
  <dcterms:modified xsi:type="dcterms:W3CDTF">2026-04-08T13:51:45Z</dcterms:modified>
</cp:coreProperties>
</file>